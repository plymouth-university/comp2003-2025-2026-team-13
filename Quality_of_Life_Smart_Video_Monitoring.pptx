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132" y="3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25B197-895C-4885-B338-559B40B1E58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07AF179-2A9A-46D0-9641-14E7406609E5}">
      <dgm:prSet/>
      <dgm:spPr/>
      <dgm:t>
        <a:bodyPr/>
        <a:lstStyle/>
        <a:p>
          <a:pPr>
            <a:defRPr cap="all"/>
          </a:pPr>
          <a:r>
            <a:rPr lang="en-GB" noProof="0" dirty="0"/>
            <a:t>Growing need for non-intrusive health monitoring systems.</a:t>
          </a:r>
        </a:p>
      </dgm:t>
    </dgm:pt>
    <dgm:pt modelId="{165D8B87-9EC8-48B3-BBBB-4FE68F1A03DF}" type="parTrans" cxnId="{8BA66F68-6CE8-4F6A-A461-886A339F2565}">
      <dgm:prSet/>
      <dgm:spPr/>
      <dgm:t>
        <a:bodyPr/>
        <a:lstStyle/>
        <a:p>
          <a:endParaRPr lang="en-US"/>
        </a:p>
      </dgm:t>
    </dgm:pt>
    <dgm:pt modelId="{22E651BC-8DB5-40E5-8C8E-CB15573A91DC}" type="sibTrans" cxnId="{8BA66F68-6CE8-4F6A-A461-886A339F2565}">
      <dgm:prSet/>
      <dgm:spPr/>
      <dgm:t>
        <a:bodyPr/>
        <a:lstStyle/>
        <a:p>
          <a:endParaRPr lang="en-US"/>
        </a:p>
      </dgm:t>
    </dgm:pt>
    <dgm:pt modelId="{B6BDBA2A-00B1-4D43-AC8C-91A296A9BD8E}">
      <dgm:prSet/>
      <dgm:spPr/>
      <dgm:t>
        <a:bodyPr/>
        <a:lstStyle/>
        <a:p>
          <a:pPr>
            <a:defRPr cap="all"/>
          </a:pPr>
          <a:r>
            <a:rPr lang="en-GB" noProof="0" dirty="0"/>
            <a:t>Video-based activity tracking offers valuable behavioural insights.</a:t>
          </a:r>
        </a:p>
      </dgm:t>
    </dgm:pt>
    <dgm:pt modelId="{F0F8C351-97D7-4E5B-80D2-DFF4BC7B9D4C}" type="parTrans" cxnId="{30B97C03-E80F-4FE8-B383-BF315F9E2C73}">
      <dgm:prSet/>
      <dgm:spPr/>
      <dgm:t>
        <a:bodyPr/>
        <a:lstStyle/>
        <a:p>
          <a:endParaRPr lang="en-US"/>
        </a:p>
      </dgm:t>
    </dgm:pt>
    <dgm:pt modelId="{F19F1F17-24D9-4A36-8743-09743156DD2D}" type="sibTrans" cxnId="{30B97C03-E80F-4FE8-B383-BF315F9E2C73}">
      <dgm:prSet/>
      <dgm:spPr/>
      <dgm:t>
        <a:bodyPr/>
        <a:lstStyle/>
        <a:p>
          <a:endParaRPr lang="en-US"/>
        </a:p>
      </dgm:t>
    </dgm:pt>
    <dgm:pt modelId="{96229ED9-8E56-435B-8FF4-05F86433B36E}">
      <dgm:prSet/>
      <dgm:spPr/>
      <dgm:t>
        <a:bodyPr/>
        <a:lstStyle/>
        <a:p>
          <a:pPr>
            <a:defRPr cap="all"/>
          </a:pPr>
          <a:r>
            <a:rPr lang="en-GB" noProof="0" dirty="0"/>
            <a:t>Goal: Recognise activities such as walking, sitting, standing, and falling.</a:t>
          </a:r>
        </a:p>
      </dgm:t>
    </dgm:pt>
    <dgm:pt modelId="{BA1E204E-9DCE-4780-97DD-D542A960B57F}" type="parTrans" cxnId="{8BB23796-473A-464A-BDFA-ED2773FC8D51}">
      <dgm:prSet/>
      <dgm:spPr/>
      <dgm:t>
        <a:bodyPr/>
        <a:lstStyle/>
        <a:p>
          <a:endParaRPr lang="en-US"/>
        </a:p>
      </dgm:t>
    </dgm:pt>
    <dgm:pt modelId="{1BA5489F-E733-4AC2-A963-C934C9B9C8D6}" type="sibTrans" cxnId="{8BB23796-473A-464A-BDFA-ED2773FC8D51}">
      <dgm:prSet/>
      <dgm:spPr/>
      <dgm:t>
        <a:bodyPr/>
        <a:lstStyle/>
        <a:p>
          <a:endParaRPr lang="en-US"/>
        </a:p>
      </dgm:t>
    </dgm:pt>
    <dgm:pt modelId="{AAD6DBE9-91D3-4459-81DE-48007A271451}">
      <dgm:prSet/>
      <dgm:spPr/>
      <dgm:t>
        <a:bodyPr/>
        <a:lstStyle/>
        <a:p>
          <a:pPr>
            <a:defRPr cap="all"/>
          </a:pPr>
          <a:r>
            <a:rPr lang="en-GB" noProof="0" dirty="0"/>
            <a:t>Enable carers and doctors to monitor wellbeing and detect risks early.</a:t>
          </a:r>
        </a:p>
      </dgm:t>
    </dgm:pt>
    <dgm:pt modelId="{3CF84E7B-BCE7-46CF-BC28-4EA1D65E4011}" type="parTrans" cxnId="{9673C2DB-F662-4911-8693-180068F80A13}">
      <dgm:prSet/>
      <dgm:spPr/>
      <dgm:t>
        <a:bodyPr/>
        <a:lstStyle/>
        <a:p>
          <a:endParaRPr lang="en-US"/>
        </a:p>
      </dgm:t>
    </dgm:pt>
    <dgm:pt modelId="{D98C8BDB-E905-4D03-9013-74F43B1956BD}" type="sibTrans" cxnId="{9673C2DB-F662-4911-8693-180068F80A13}">
      <dgm:prSet/>
      <dgm:spPr/>
      <dgm:t>
        <a:bodyPr/>
        <a:lstStyle/>
        <a:p>
          <a:endParaRPr lang="en-US"/>
        </a:p>
      </dgm:t>
    </dgm:pt>
    <dgm:pt modelId="{52B6A70D-2E33-4DF8-A514-5241ECFCA2DC}" type="pres">
      <dgm:prSet presAssocID="{B725B197-895C-4885-B338-559B40B1E582}" presName="root" presStyleCnt="0">
        <dgm:presLayoutVars>
          <dgm:dir/>
          <dgm:resizeHandles val="exact"/>
        </dgm:presLayoutVars>
      </dgm:prSet>
      <dgm:spPr/>
    </dgm:pt>
    <dgm:pt modelId="{3FDA92F6-A058-438D-8601-C2DCDE12968E}" type="pres">
      <dgm:prSet presAssocID="{F07AF179-2A9A-46D0-9641-14E7406609E5}" presName="compNode" presStyleCnt="0"/>
      <dgm:spPr/>
    </dgm:pt>
    <dgm:pt modelId="{FC5BA441-A7E1-4999-BBFD-8D16B284FEA1}" type="pres">
      <dgm:prSet presAssocID="{F07AF179-2A9A-46D0-9641-14E7406609E5}" presName="iconBgRect" presStyleLbl="bgShp" presStyleIdx="0" presStyleCnt="4"/>
      <dgm:spPr/>
    </dgm:pt>
    <dgm:pt modelId="{9E62D06B-80C5-43AA-B738-23E687D829D1}" type="pres">
      <dgm:prSet presAssocID="{F07AF179-2A9A-46D0-9641-14E7406609E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508D64CF-BF44-4485-8950-6AF90C20B506}" type="pres">
      <dgm:prSet presAssocID="{F07AF179-2A9A-46D0-9641-14E7406609E5}" presName="spaceRect" presStyleCnt="0"/>
      <dgm:spPr/>
    </dgm:pt>
    <dgm:pt modelId="{24C5106D-23F9-454E-B7C4-1223460E1184}" type="pres">
      <dgm:prSet presAssocID="{F07AF179-2A9A-46D0-9641-14E7406609E5}" presName="textRect" presStyleLbl="revTx" presStyleIdx="0" presStyleCnt="4">
        <dgm:presLayoutVars>
          <dgm:chMax val="1"/>
          <dgm:chPref val="1"/>
        </dgm:presLayoutVars>
      </dgm:prSet>
      <dgm:spPr/>
    </dgm:pt>
    <dgm:pt modelId="{2BF66717-3F5F-4625-A988-6EF3E9CD11F6}" type="pres">
      <dgm:prSet presAssocID="{22E651BC-8DB5-40E5-8C8E-CB15573A91DC}" presName="sibTrans" presStyleCnt="0"/>
      <dgm:spPr/>
    </dgm:pt>
    <dgm:pt modelId="{B9A69691-BC86-485F-BC36-0C30164BBE9B}" type="pres">
      <dgm:prSet presAssocID="{B6BDBA2A-00B1-4D43-AC8C-91A296A9BD8E}" presName="compNode" presStyleCnt="0"/>
      <dgm:spPr/>
    </dgm:pt>
    <dgm:pt modelId="{F99418B0-8D70-4929-859A-A577FD460BF3}" type="pres">
      <dgm:prSet presAssocID="{B6BDBA2A-00B1-4D43-AC8C-91A296A9BD8E}" presName="iconBgRect" presStyleLbl="bgShp" presStyleIdx="1" presStyleCnt="4"/>
      <dgm:spPr/>
    </dgm:pt>
    <dgm:pt modelId="{24EB8A8F-04F4-40F7-ABE0-CBBC8F2FCAB5}" type="pres">
      <dgm:prSet presAssocID="{B6BDBA2A-00B1-4D43-AC8C-91A296A9BD8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00E15C4F-86C3-45B1-983D-3638FA2829E7}" type="pres">
      <dgm:prSet presAssocID="{B6BDBA2A-00B1-4D43-AC8C-91A296A9BD8E}" presName="spaceRect" presStyleCnt="0"/>
      <dgm:spPr/>
    </dgm:pt>
    <dgm:pt modelId="{12574123-8489-4CDF-9219-33079AA5D812}" type="pres">
      <dgm:prSet presAssocID="{B6BDBA2A-00B1-4D43-AC8C-91A296A9BD8E}" presName="textRect" presStyleLbl="revTx" presStyleIdx="1" presStyleCnt="4">
        <dgm:presLayoutVars>
          <dgm:chMax val="1"/>
          <dgm:chPref val="1"/>
        </dgm:presLayoutVars>
      </dgm:prSet>
      <dgm:spPr/>
    </dgm:pt>
    <dgm:pt modelId="{69E21D0E-3B12-49B5-9958-AF5725D73E4F}" type="pres">
      <dgm:prSet presAssocID="{F19F1F17-24D9-4A36-8743-09743156DD2D}" presName="sibTrans" presStyleCnt="0"/>
      <dgm:spPr/>
    </dgm:pt>
    <dgm:pt modelId="{7C2DE0B7-F079-4F6D-B7D2-6834CFD89453}" type="pres">
      <dgm:prSet presAssocID="{96229ED9-8E56-435B-8FF4-05F86433B36E}" presName="compNode" presStyleCnt="0"/>
      <dgm:spPr/>
    </dgm:pt>
    <dgm:pt modelId="{B5AF9801-278C-45C5-AF34-08C5255FF8E3}" type="pres">
      <dgm:prSet presAssocID="{96229ED9-8E56-435B-8FF4-05F86433B36E}" presName="iconBgRect" presStyleLbl="bgShp" presStyleIdx="2" presStyleCnt="4"/>
      <dgm:spPr/>
    </dgm:pt>
    <dgm:pt modelId="{72E4C13D-ABC7-46DA-9203-B98B6BC5DFD5}" type="pres">
      <dgm:prSet presAssocID="{96229ED9-8E56-435B-8FF4-05F86433B36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7338ECA-F917-42B7-95B1-4E57A5CF4D0A}" type="pres">
      <dgm:prSet presAssocID="{96229ED9-8E56-435B-8FF4-05F86433B36E}" presName="spaceRect" presStyleCnt="0"/>
      <dgm:spPr/>
    </dgm:pt>
    <dgm:pt modelId="{32766B7C-DFD3-404F-BDA9-37E0757CED49}" type="pres">
      <dgm:prSet presAssocID="{96229ED9-8E56-435B-8FF4-05F86433B36E}" presName="textRect" presStyleLbl="revTx" presStyleIdx="2" presStyleCnt="4">
        <dgm:presLayoutVars>
          <dgm:chMax val="1"/>
          <dgm:chPref val="1"/>
        </dgm:presLayoutVars>
      </dgm:prSet>
      <dgm:spPr/>
    </dgm:pt>
    <dgm:pt modelId="{8594A266-72B5-49F3-A6DF-E112974BA7CB}" type="pres">
      <dgm:prSet presAssocID="{1BA5489F-E733-4AC2-A963-C934C9B9C8D6}" presName="sibTrans" presStyleCnt="0"/>
      <dgm:spPr/>
    </dgm:pt>
    <dgm:pt modelId="{FECC6C14-07EB-4EE4-90B9-97F030E12A66}" type="pres">
      <dgm:prSet presAssocID="{AAD6DBE9-91D3-4459-81DE-48007A271451}" presName="compNode" presStyleCnt="0"/>
      <dgm:spPr/>
    </dgm:pt>
    <dgm:pt modelId="{74FA0F64-A3FE-4B57-8A98-8F057EB35FEC}" type="pres">
      <dgm:prSet presAssocID="{AAD6DBE9-91D3-4459-81DE-48007A271451}" presName="iconBgRect" presStyleLbl="bgShp" presStyleIdx="3" presStyleCnt="4"/>
      <dgm:spPr/>
    </dgm:pt>
    <dgm:pt modelId="{D2FED444-E217-49E3-8A98-54AF436D19B1}" type="pres">
      <dgm:prSet presAssocID="{AAD6DBE9-91D3-4459-81DE-48007A27145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EB13952B-8053-495B-BED9-C913A04D3B76}" type="pres">
      <dgm:prSet presAssocID="{AAD6DBE9-91D3-4459-81DE-48007A271451}" presName="spaceRect" presStyleCnt="0"/>
      <dgm:spPr/>
    </dgm:pt>
    <dgm:pt modelId="{E086CDBB-95D3-4F44-A516-63F752B4FEB4}" type="pres">
      <dgm:prSet presAssocID="{AAD6DBE9-91D3-4459-81DE-48007A27145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0B97C03-E80F-4FE8-B383-BF315F9E2C73}" srcId="{B725B197-895C-4885-B338-559B40B1E582}" destId="{B6BDBA2A-00B1-4D43-AC8C-91A296A9BD8E}" srcOrd="1" destOrd="0" parTransId="{F0F8C351-97D7-4E5B-80D2-DFF4BC7B9D4C}" sibTransId="{F19F1F17-24D9-4A36-8743-09743156DD2D}"/>
    <dgm:cxn modelId="{DF230E1D-1D42-4090-AEB9-AD27E3E38A97}" type="presOf" srcId="{AAD6DBE9-91D3-4459-81DE-48007A271451}" destId="{E086CDBB-95D3-4F44-A516-63F752B4FEB4}" srcOrd="0" destOrd="0" presId="urn:microsoft.com/office/officeart/2018/5/layout/IconCircleLabelList"/>
    <dgm:cxn modelId="{52C26C32-3A8E-4DC3-8515-C91A8B688571}" type="presOf" srcId="{96229ED9-8E56-435B-8FF4-05F86433B36E}" destId="{32766B7C-DFD3-404F-BDA9-37E0757CED49}" srcOrd="0" destOrd="0" presId="urn:microsoft.com/office/officeart/2018/5/layout/IconCircleLabelList"/>
    <dgm:cxn modelId="{8BA66F68-6CE8-4F6A-A461-886A339F2565}" srcId="{B725B197-895C-4885-B338-559B40B1E582}" destId="{F07AF179-2A9A-46D0-9641-14E7406609E5}" srcOrd="0" destOrd="0" parTransId="{165D8B87-9EC8-48B3-BBBB-4FE68F1A03DF}" sibTransId="{22E651BC-8DB5-40E5-8C8E-CB15573A91DC}"/>
    <dgm:cxn modelId="{26308876-2377-4F37-A397-1A1050300B51}" type="presOf" srcId="{B6BDBA2A-00B1-4D43-AC8C-91A296A9BD8E}" destId="{12574123-8489-4CDF-9219-33079AA5D812}" srcOrd="0" destOrd="0" presId="urn:microsoft.com/office/officeart/2018/5/layout/IconCircleLabelList"/>
    <dgm:cxn modelId="{ADCC0987-8649-4959-807C-226B7569205D}" type="presOf" srcId="{F07AF179-2A9A-46D0-9641-14E7406609E5}" destId="{24C5106D-23F9-454E-B7C4-1223460E1184}" srcOrd="0" destOrd="0" presId="urn:microsoft.com/office/officeart/2018/5/layout/IconCircleLabelList"/>
    <dgm:cxn modelId="{FD6DC490-F12A-46E5-A6FE-5B051EAEA35B}" type="presOf" srcId="{B725B197-895C-4885-B338-559B40B1E582}" destId="{52B6A70D-2E33-4DF8-A514-5241ECFCA2DC}" srcOrd="0" destOrd="0" presId="urn:microsoft.com/office/officeart/2018/5/layout/IconCircleLabelList"/>
    <dgm:cxn modelId="{8BB23796-473A-464A-BDFA-ED2773FC8D51}" srcId="{B725B197-895C-4885-B338-559B40B1E582}" destId="{96229ED9-8E56-435B-8FF4-05F86433B36E}" srcOrd="2" destOrd="0" parTransId="{BA1E204E-9DCE-4780-97DD-D542A960B57F}" sibTransId="{1BA5489F-E733-4AC2-A963-C934C9B9C8D6}"/>
    <dgm:cxn modelId="{9673C2DB-F662-4911-8693-180068F80A13}" srcId="{B725B197-895C-4885-B338-559B40B1E582}" destId="{AAD6DBE9-91D3-4459-81DE-48007A271451}" srcOrd="3" destOrd="0" parTransId="{3CF84E7B-BCE7-46CF-BC28-4EA1D65E4011}" sibTransId="{D98C8BDB-E905-4D03-9013-74F43B1956BD}"/>
    <dgm:cxn modelId="{4B7758A7-73C0-45E9-B68A-F6C5C1BDF3AA}" type="presParOf" srcId="{52B6A70D-2E33-4DF8-A514-5241ECFCA2DC}" destId="{3FDA92F6-A058-438D-8601-C2DCDE12968E}" srcOrd="0" destOrd="0" presId="urn:microsoft.com/office/officeart/2018/5/layout/IconCircleLabelList"/>
    <dgm:cxn modelId="{26E9A890-A17D-4ABC-990A-CEFCCD4CC28F}" type="presParOf" srcId="{3FDA92F6-A058-438D-8601-C2DCDE12968E}" destId="{FC5BA441-A7E1-4999-BBFD-8D16B284FEA1}" srcOrd="0" destOrd="0" presId="urn:microsoft.com/office/officeart/2018/5/layout/IconCircleLabelList"/>
    <dgm:cxn modelId="{5C0223A2-5CD3-45F7-90C3-3584CBAC1D56}" type="presParOf" srcId="{3FDA92F6-A058-438D-8601-C2DCDE12968E}" destId="{9E62D06B-80C5-43AA-B738-23E687D829D1}" srcOrd="1" destOrd="0" presId="urn:microsoft.com/office/officeart/2018/5/layout/IconCircleLabelList"/>
    <dgm:cxn modelId="{F02115AF-4C28-40C5-8FDA-A6E730104D8F}" type="presParOf" srcId="{3FDA92F6-A058-438D-8601-C2DCDE12968E}" destId="{508D64CF-BF44-4485-8950-6AF90C20B506}" srcOrd="2" destOrd="0" presId="urn:microsoft.com/office/officeart/2018/5/layout/IconCircleLabelList"/>
    <dgm:cxn modelId="{E5F0E045-D9D6-45EA-9832-CE2B69028B9D}" type="presParOf" srcId="{3FDA92F6-A058-438D-8601-C2DCDE12968E}" destId="{24C5106D-23F9-454E-B7C4-1223460E1184}" srcOrd="3" destOrd="0" presId="urn:microsoft.com/office/officeart/2018/5/layout/IconCircleLabelList"/>
    <dgm:cxn modelId="{F7815F4B-D946-4FDD-8FB8-2ECCB845D428}" type="presParOf" srcId="{52B6A70D-2E33-4DF8-A514-5241ECFCA2DC}" destId="{2BF66717-3F5F-4625-A988-6EF3E9CD11F6}" srcOrd="1" destOrd="0" presId="urn:microsoft.com/office/officeart/2018/5/layout/IconCircleLabelList"/>
    <dgm:cxn modelId="{D1ABD899-2B1A-462E-AABB-028D3175F931}" type="presParOf" srcId="{52B6A70D-2E33-4DF8-A514-5241ECFCA2DC}" destId="{B9A69691-BC86-485F-BC36-0C30164BBE9B}" srcOrd="2" destOrd="0" presId="urn:microsoft.com/office/officeart/2018/5/layout/IconCircleLabelList"/>
    <dgm:cxn modelId="{C45FB66E-1469-401C-8D9A-207B65748B45}" type="presParOf" srcId="{B9A69691-BC86-485F-BC36-0C30164BBE9B}" destId="{F99418B0-8D70-4929-859A-A577FD460BF3}" srcOrd="0" destOrd="0" presId="urn:microsoft.com/office/officeart/2018/5/layout/IconCircleLabelList"/>
    <dgm:cxn modelId="{AC83F551-25B3-479D-A901-8D9E043D5D70}" type="presParOf" srcId="{B9A69691-BC86-485F-BC36-0C30164BBE9B}" destId="{24EB8A8F-04F4-40F7-ABE0-CBBC8F2FCAB5}" srcOrd="1" destOrd="0" presId="urn:microsoft.com/office/officeart/2018/5/layout/IconCircleLabelList"/>
    <dgm:cxn modelId="{B401A964-F78C-41DA-BA5E-1AB5CEA65B5E}" type="presParOf" srcId="{B9A69691-BC86-485F-BC36-0C30164BBE9B}" destId="{00E15C4F-86C3-45B1-983D-3638FA2829E7}" srcOrd="2" destOrd="0" presId="urn:microsoft.com/office/officeart/2018/5/layout/IconCircleLabelList"/>
    <dgm:cxn modelId="{49024193-A641-425B-9CD7-90C48FC6B358}" type="presParOf" srcId="{B9A69691-BC86-485F-BC36-0C30164BBE9B}" destId="{12574123-8489-4CDF-9219-33079AA5D812}" srcOrd="3" destOrd="0" presId="urn:microsoft.com/office/officeart/2018/5/layout/IconCircleLabelList"/>
    <dgm:cxn modelId="{1678F624-02E8-4CFD-A08A-3957750824B7}" type="presParOf" srcId="{52B6A70D-2E33-4DF8-A514-5241ECFCA2DC}" destId="{69E21D0E-3B12-49B5-9958-AF5725D73E4F}" srcOrd="3" destOrd="0" presId="urn:microsoft.com/office/officeart/2018/5/layout/IconCircleLabelList"/>
    <dgm:cxn modelId="{F103E283-1A94-4792-823F-E0909E8C1FE5}" type="presParOf" srcId="{52B6A70D-2E33-4DF8-A514-5241ECFCA2DC}" destId="{7C2DE0B7-F079-4F6D-B7D2-6834CFD89453}" srcOrd="4" destOrd="0" presId="urn:microsoft.com/office/officeart/2018/5/layout/IconCircleLabelList"/>
    <dgm:cxn modelId="{D80D960A-AEA1-421D-8E39-6E9644BEE1B2}" type="presParOf" srcId="{7C2DE0B7-F079-4F6D-B7D2-6834CFD89453}" destId="{B5AF9801-278C-45C5-AF34-08C5255FF8E3}" srcOrd="0" destOrd="0" presId="urn:microsoft.com/office/officeart/2018/5/layout/IconCircleLabelList"/>
    <dgm:cxn modelId="{B7E44C6E-87D9-49E1-A061-68C3DA29892C}" type="presParOf" srcId="{7C2DE0B7-F079-4F6D-B7D2-6834CFD89453}" destId="{72E4C13D-ABC7-46DA-9203-B98B6BC5DFD5}" srcOrd="1" destOrd="0" presId="urn:microsoft.com/office/officeart/2018/5/layout/IconCircleLabelList"/>
    <dgm:cxn modelId="{B81DFA5D-8F11-4CC4-8A2D-8785782B6BD5}" type="presParOf" srcId="{7C2DE0B7-F079-4F6D-B7D2-6834CFD89453}" destId="{07338ECA-F917-42B7-95B1-4E57A5CF4D0A}" srcOrd="2" destOrd="0" presId="urn:microsoft.com/office/officeart/2018/5/layout/IconCircleLabelList"/>
    <dgm:cxn modelId="{2E4C2B77-B8E1-4E99-B187-EDEE8C8B0B60}" type="presParOf" srcId="{7C2DE0B7-F079-4F6D-B7D2-6834CFD89453}" destId="{32766B7C-DFD3-404F-BDA9-37E0757CED49}" srcOrd="3" destOrd="0" presId="urn:microsoft.com/office/officeart/2018/5/layout/IconCircleLabelList"/>
    <dgm:cxn modelId="{376EC501-7863-4909-8E60-37D71F982D27}" type="presParOf" srcId="{52B6A70D-2E33-4DF8-A514-5241ECFCA2DC}" destId="{8594A266-72B5-49F3-A6DF-E112974BA7CB}" srcOrd="5" destOrd="0" presId="urn:microsoft.com/office/officeart/2018/5/layout/IconCircleLabelList"/>
    <dgm:cxn modelId="{685CC1C1-AF7F-4A48-B265-E38943FEECFA}" type="presParOf" srcId="{52B6A70D-2E33-4DF8-A514-5241ECFCA2DC}" destId="{FECC6C14-07EB-4EE4-90B9-97F030E12A66}" srcOrd="6" destOrd="0" presId="urn:microsoft.com/office/officeart/2018/5/layout/IconCircleLabelList"/>
    <dgm:cxn modelId="{74D17C32-D76C-4918-A299-D111CCEC9B13}" type="presParOf" srcId="{FECC6C14-07EB-4EE4-90B9-97F030E12A66}" destId="{74FA0F64-A3FE-4B57-8A98-8F057EB35FEC}" srcOrd="0" destOrd="0" presId="urn:microsoft.com/office/officeart/2018/5/layout/IconCircleLabelList"/>
    <dgm:cxn modelId="{6C12D3A4-7CD2-4065-88FB-5456BE2C2D42}" type="presParOf" srcId="{FECC6C14-07EB-4EE4-90B9-97F030E12A66}" destId="{D2FED444-E217-49E3-8A98-54AF436D19B1}" srcOrd="1" destOrd="0" presId="urn:microsoft.com/office/officeart/2018/5/layout/IconCircleLabelList"/>
    <dgm:cxn modelId="{E8AA56A4-E716-46EC-8E73-18826BCF700E}" type="presParOf" srcId="{FECC6C14-07EB-4EE4-90B9-97F030E12A66}" destId="{EB13952B-8053-495B-BED9-C913A04D3B76}" srcOrd="2" destOrd="0" presId="urn:microsoft.com/office/officeart/2018/5/layout/IconCircleLabelList"/>
    <dgm:cxn modelId="{8D55CC0B-C8A5-4C8C-B57E-D39CB25E1648}" type="presParOf" srcId="{FECC6C14-07EB-4EE4-90B9-97F030E12A66}" destId="{E086CDBB-95D3-4F44-A516-63F752B4FEB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FC306F-02E6-4346-8E7C-C6F20A019D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07984A3-8E72-4FC9-AC8C-9A62C785859B}">
      <dgm:prSet/>
      <dgm:spPr/>
      <dgm:t>
        <a:bodyPr/>
        <a:lstStyle/>
        <a:p>
          <a:r>
            <a:rPr lang="en-GB"/>
            <a:t>Time spent in the house or room.</a:t>
          </a:r>
          <a:endParaRPr lang="en-US"/>
        </a:p>
      </dgm:t>
    </dgm:pt>
    <dgm:pt modelId="{C8953361-0745-4D4D-9B0B-9603A97913C3}" type="parTrans" cxnId="{E795D542-0FE8-44F8-A9A1-E5E1413288B3}">
      <dgm:prSet/>
      <dgm:spPr/>
      <dgm:t>
        <a:bodyPr/>
        <a:lstStyle/>
        <a:p>
          <a:endParaRPr lang="en-US"/>
        </a:p>
      </dgm:t>
    </dgm:pt>
    <dgm:pt modelId="{A4868406-6ACF-47D8-90A2-8F1449FE2A48}" type="sibTrans" cxnId="{E795D542-0FE8-44F8-A9A1-E5E1413288B3}">
      <dgm:prSet/>
      <dgm:spPr/>
      <dgm:t>
        <a:bodyPr/>
        <a:lstStyle/>
        <a:p>
          <a:endParaRPr lang="en-US"/>
        </a:p>
      </dgm:t>
    </dgm:pt>
    <dgm:pt modelId="{641E3423-3BF5-42A8-AB90-6FC92C5FA055}">
      <dgm:prSet/>
      <dgm:spPr/>
      <dgm:t>
        <a:bodyPr/>
        <a:lstStyle/>
        <a:p>
          <a:r>
            <a:rPr lang="en-GB"/>
            <a:t>When and how long time is spent on each activity</a:t>
          </a:r>
          <a:endParaRPr lang="en-US"/>
        </a:p>
      </dgm:t>
    </dgm:pt>
    <dgm:pt modelId="{A7F61A23-C043-4B6C-89E1-4BC3E612EE6C}" type="parTrans" cxnId="{64C79338-A869-4203-BD26-05DB84D27A03}">
      <dgm:prSet/>
      <dgm:spPr/>
      <dgm:t>
        <a:bodyPr/>
        <a:lstStyle/>
        <a:p>
          <a:endParaRPr lang="en-US"/>
        </a:p>
      </dgm:t>
    </dgm:pt>
    <dgm:pt modelId="{0B09922F-C314-458B-9D1C-4B402EEB1D24}" type="sibTrans" cxnId="{64C79338-A869-4203-BD26-05DB84D27A03}">
      <dgm:prSet/>
      <dgm:spPr/>
      <dgm:t>
        <a:bodyPr/>
        <a:lstStyle/>
        <a:p>
          <a:endParaRPr lang="en-US"/>
        </a:p>
      </dgm:t>
    </dgm:pt>
    <dgm:pt modelId="{77968B77-B595-4F5F-A952-492248339A1D}">
      <dgm:prSet/>
      <dgm:spPr/>
      <dgm:t>
        <a:bodyPr/>
        <a:lstStyle/>
        <a:p>
          <a:r>
            <a:rPr lang="en-GB"/>
            <a:t>Recognition and categorization of daily habits.</a:t>
          </a:r>
          <a:endParaRPr lang="en-US"/>
        </a:p>
      </dgm:t>
    </dgm:pt>
    <dgm:pt modelId="{AC1FA755-4B11-45A7-AE8F-43BA067345BB}" type="parTrans" cxnId="{7786FC89-DF77-4764-B931-C07164BC0D4D}">
      <dgm:prSet/>
      <dgm:spPr/>
      <dgm:t>
        <a:bodyPr/>
        <a:lstStyle/>
        <a:p>
          <a:endParaRPr lang="en-US"/>
        </a:p>
      </dgm:t>
    </dgm:pt>
    <dgm:pt modelId="{3664C685-95A7-4B68-A73A-2BC6A19CA064}" type="sibTrans" cxnId="{7786FC89-DF77-4764-B931-C07164BC0D4D}">
      <dgm:prSet/>
      <dgm:spPr/>
      <dgm:t>
        <a:bodyPr/>
        <a:lstStyle/>
        <a:p>
          <a:endParaRPr lang="en-US"/>
        </a:p>
      </dgm:t>
    </dgm:pt>
    <dgm:pt modelId="{64C16F4A-71D3-40E1-B4D2-8C7F20FF9BAB}">
      <dgm:prSet/>
      <dgm:spPr/>
      <dgm:t>
        <a:bodyPr/>
        <a:lstStyle/>
        <a:p>
          <a:r>
            <a:rPr lang="en-GB"/>
            <a:t>Quality of life improvement or </a:t>
          </a:r>
          <a:r>
            <a:rPr lang="en-US"/>
            <a:t>deterioration over time. </a:t>
          </a:r>
        </a:p>
      </dgm:t>
    </dgm:pt>
    <dgm:pt modelId="{C8B8BC7A-8D08-4D40-B527-F750CB238D8E}" type="parTrans" cxnId="{920B9CF4-512D-4C66-933A-9C5D37F93474}">
      <dgm:prSet/>
      <dgm:spPr/>
      <dgm:t>
        <a:bodyPr/>
        <a:lstStyle/>
        <a:p>
          <a:endParaRPr lang="en-US"/>
        </a:p>
      </dgm:t>
    </dgm:pt>
    <dgm:pt modelId="{6A9A2333-DAD9-4418-9F73-1702225B7522}" type="sibTrans" cxnId="{920B9CF4-512D-4C66-933A-9C5D37F93474}">
      <dgm:prSet/>
      <dgm:spPr/>
      <dgm:t>
        <a:bodyPr/>
        <a:lstStyle/>
        <a:p>
          <a:endParaRPr lang="en-US"/>
        </a:p>
      </dgm:t>
    </dgm:pt>
    <dgm:pt modelId="{5F4EB16B-7D60-4013-B1D0-E2DB72C1D75C}" type="pres">
      <dgm:prSet presAssocID="{4BFC306F-02E6-4346-8E7C-C6F20A019D09}" presName="root" presStyleCnt="0">
        <dgm:presLayoutVars>
          <dgm:dir/>
          <dgm:resizeHandles val="exact"/>
        </dgm:presLayoutVars>
      </dgm:prSet>
      <dgm:spPr/>
    </dgm:pt>
    <dgm:pt modelId="{BC5B77D5-137E-4998-AA9C-07B3CDEB4F2B}" type="pres">
      <dgm:prSet presAssocID="{B07984A3-8E72-4FC9-AC8C-9A62C785859B}" presName="compNode" presStyleCnt="0"/>
      <dgm:spPr/>
    </dgm:pt>
    <dgm:pt modelId="{35A64877-EBBC-4282-95C8-B45EEB0E4019}" type="pres">
      <dgm:prSet presAssocID="{B07984A3-8E72-4FC9-AC8C-9A62C785859B}" presName="bgRect" presStyleLbl="bgShp" presStyleIdx="0" presStyleCnt="4"/>
      <dgm:spPr/>
    </dgm:pt>
    <dgm:pt modelId="{075FDC77-B013-49AB-A126-8AB9A77DC466}" type="pres">
      <dgm:prSet presAssocID="{B07984A3-8E72-4FC9-AC8C-9A62C785859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CCA2BC9A-6198-4F1F-8067-826B8E4CBC5D}" type="pres">
      <dgm:prSet presAssocID="{B07984A3-8E72-4FC9-AC8C-9A62C785859B}" presName="spaceRect" presStyleCnt="0"/>
      <dgm:spPr/>
    </dgm:pt>
    <dgm:pt modelId="{7A41FA19-9D14-4E4D-A92A-0C4CEEA1B917}" type="pres">
      <dgm:prSet presAssocID="{B07984A3-8E72-4FC9-AC8C-9A62C785859B}" presName="parTx" presStyleLbl="revTx" presStyleIdx="0" presStyleCnt="4">
        <dgm:presLayoutVars>
          <dgm:chMax val="0"/>
          <dgm:chPref val="0"/>
        </dgm:presLayoutVars>
      </dgm:prSet>
      <dgm:spPr/>
    </dgm:pt>
    <dgm:pt modelId="{0F148595-2E68-4CFD-BA43-99798A6DB276}" type="pres">
      <dgm:prSet presAssocID="{A4868406-6ACF-47D8-90A2-8F1449FE2A48}" presName="sibTrans" presStyleCnt="0"/>
      <dgm:spPr/>
    </dgm:pt>
    <dgm:pt modelId="{4A8D55AB-4110-4FD5-948B-D282D31E933E}" type="pres">
      <dgm:prSet presAssocID="{641E3423-3BF5-42A8-AB90-6FC92C5FA055}" presName="compNode" presStyleCnt="0"/>
      <dgm:spPr/>
    </dgm:pt>
    <dgm:pt modelId="{B7936156-FAA6-463C-B718-1504192D804B}" type="pres">
      <dgm:prSet presAssocID="{641E3423-3BF5-42A8-AB90-6FC92C5FA055}" presName="bgRect" presStyleLbl="bgShp" presStyleIdx="1" presStyleCnt="4"/>
      <dgm:spPr/>
    </dgm:pt>
    <dgm:pt modelId="{1D9D7592-71DB-4261-AFA1-39CAD503FBAD}" type="pres">
      <dgm:prSet presAssocID="{641E3423-3BF5-42A8-AB90-6FC92C5FA05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A77B298-5CCE-4899-840B-CE57F10E25F1}" type="pres">
      <dgm:prSet presAssocID="{641E3423-3BF5-42A8-AB90-6FC92C5FA055}" presName="spaceRect" presStyleCnt="0"/>
      <dgm:spPr/>
    </dgm:pt>
    <dgm:pt modelId="{7A023FAE-5FB0-4B15-809B-6CA3DDAFF661}" type="pres">
      <dgm:prSet presAssocID="{641E3423-3BF5-42A8-AB90-6FC92C5FA055}" presName="parTx" presStyleLbl="revTx" presStyleIdx="1" presStyleCnt="4">
        <dgm:presLayoutVars>
          <dgm:chMax val="0"/>
          <dgm:chPref val="0"/>
        </dgm:presLayoutVars>
      </dgm:prSet>
      <dgm:spPr/>
    </dgm:pt>
    <dgm:pt modelId="{93F75A69-B28B-4D7A-BCF0-ED61C4D86A60}" type="pres">
      <dgm:prSet presAssocID="{0B09922F-C314-458B-9D1C-4B402EEB1D24}" presName="sibTrans" presStyleCnt="0"/>
      <dgm:spPr/>
    </dgm:pt>
    <dgm:pt modelId="{91803843-7B14-4B98-9FCC-9E95358ADB0C}" type="pres">
      <dgm:prSet presAssocID="{77968B77-B595-4F5F-A952-492248339A1D}" presName="compNode" presStyleCnt="0"/>
      <dgm:spPr/>
    </dgm:pt>
    <dgm:pt modelId="{2A10BA87-52E0-408E-B7E2-9EE53DDF255D}" type="pres">
      <dgm:prSet presAssocID="{77968B77-B595-4F5F-A952-492248339A1D}" presName="bgRect" presStyleLbl="bgShp" presStyleIdx="2" presStyleCnt="4"/>
      <dgm:spPr/>
    </dgm:pt>
    <dgm:pt modelId="{9B1822C9-E1F4-48FA-BD77-915D7E70E3EA}" type="pres">
      <dgm:prSet presAssocID="{77968B77-B595-4F5F-A952-492248339A1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97FE5EF-086B-4104-84C2-718968E6B5B2}" type="pres">
      <dgm:prSet presAssocID="{77968B77-B595-4F5F-A952-492248339A1D}" presName="spaceRect" presStyleCnt="0"/>
      <dgm:spPr/>
    </dgm:pt>
    <dgm:pt modelId="{B94853B8-316E-480B-AAC2-E567A1C6FE12}" type="pres">
      <dgm:prSet presAssocID="{77968B77-B595-4F5F-A952-492248339A1D}" presName="parTx" presStyleLbl="revTx" presStyleIdx="2" presStyleCnt="4">
        <dgm:presLayoutVars>
          <dgm:chMax val="0"/>
          <dgm:chPref val="0"/>
        </dgm:presLayoutVars>
      </dgm:prSet>
      <dgm:spPr/>
    </dgm:pt>
    <dgm:pt modelId="{3CBF3C61-D765-47BE-A05C-CB0B240ABC57}" type="pres">
      <dgm:prSet presAssocID="{3664C685-95A7-4B68-A73A-2BC6A19CA064}" presName="sibTrans" presStyleCnt="0"/>
      <dgm:spPr/>
    </dgm:pt>
    <dgm:pt modelId="{8825BF3A-26A1-4B7F-AAD0-CE1B7F6BC1B1}" type="pres">
      <dgm:prSet presAssocID="{64C16F4A-71D3-40E1-B4D2-8C7F20FF9BAB}" presName="compNode" presStyleCnt="0"/>
      <dgm:spPr/>
    </dgm:pt>
    <dgm:pt modelId="{CCA0FF8C-95A4-4906-B9D2-612B15795692}" type="pres">
      <dgm:prSet presAssocID="{64C16F4A-71D3-40E1-B4D2-8C7F20FF9BAB}" presName="bgRect" presStyleLbl="bgShp" presStyleIdx="3" presStyleCnt="4"/>
      <dgm:spPr/>
    </dgm:pt>
    <dgm:pt modelId="{6D210614-155E-4639-A678-02404D4604E4}" type="pres">
      <dgm:prSet presAssocID="{64C16F4A-71D3-40E1-B4D2-8C7F20FF9B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F2878DC4-A909-4713-8F8F-CDDA8008A135}" type="pres">
      <dgm:prSet presAssocID="{64C16F4A-71D3-40E1-B4D2-8C7F20FF9BAB}" presName="spaceRect" presStyleCnt="0"/>
      <dgm:spPr/>
    </dgm:pt>
    <dgm:pt modelId="{0A5D9F0C-70FD-4226-A4C2-5EE9CDB4BABE}" type="pres">
      <dgm:prSet presAssocID="{64C16F4A-71D3-40E1-B4D2-8C7F20FF9BA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144F502-AD8A-433F-A10C-FFA8C3D0BC2D}" type="presOf" srcId="{77968B77-B595-4F5F-A952-492248339A1D}" destId="{B94853B8-316E-480B-AAC2-E567A1C6FE12}" srcOrd="0" destOrd="0" presId="urn:microsoft.com/office/officeart/2018/2/layout/IconVerticalSolidList"/>
    <dgm:cxn modelId="{D2E48C04-642E-4D18-95D4-A773025D0056}" type="presOf" srcId="{4BFC306F-02E6-4346-8E7C-C6F20A019D09}" destId="{5F4EB16B-7D60-4013-B1D0-E2DB72C1D75C}" srcOrd="0" destOrd="0" presId="urn:microsoft.com/office/officeart/2018/2/layout/IconVerticalSolidList"/>
    <dgm:cxn modelId="{64C79338-A869-4203-BD26-05DB84D27A03}" srcId="{4BFC306F-02E6-4346-8E7C-C6F20A019D09}" destId="{641E3423-3BF5-42A8-AB90-6FC92C5FA055}" srcOrd="1" destOrd="0" parTransId="{A7F61A23-C043-4B6C-89E1-4BC3E612EE6C}" sibTransId="{0B09922F-C314-458B-9D1C-4B402EEB1D24}"/>
    <dgm:cxn modelId="{2686F63C-51CF-4D5C-857C-67CC5838CE69}" type="presOf" srcId="{64C16F4A-71D3-40E1-B4D2-8C7F20FF9BAB}" destId="{0A5D9F0C-70FD-4226-A4C2-5EE9CDB4BABE}" srcOrd="0" destOrd="0" presId="urn:microsoft.com/office/officeart/2018/2/layout/IconVerticalSolidList"/>
    <dgm:cxn modelId="{E795D542-0FE8-44F8-A9A1-E5E1413288B3}" srcId="{4BFC306F-02E6-4346-8E7C-C6F20A019D09}" destId="{B07984A3-8E72-4FC9-AC8C-9A62C785859B}" srcOrd="0" destOrd="0" parTransId="{C8953361-0745-4D4D-9B0B-9603A97913C3}" sibTransId="{A4868406-6ACF-47D8-90A2-8F1449FE2A48}"/>
    <dgm:cxn modelId="{7D74BC6B-AE0C-4B64-A3A6-60C892664E05}" type="presOf" srcId="{B07984A3-8E72-4FC9-AC8C-9A62C785859B}" destId="{7A41FA19-9D14-4E4D-A92A-0C4CEEA1B917}" srcOrd="0" destOrd="0" presId="urn:microsoft.com/office/officeart/2018/2/layout/IconVerticalSolidList"/>
    <dgm:cxn modelId="{7786FC89-DF77-4764-B931-C07164BC0D4D}" srcId="{4BFC306F-02E6-4346-8E7C-C6F20A019D09}" destId="{77968B77-B595-4F5F-A952-492248339A1D}" srcOrd="2" destOrd="0" parTransId="{AC1FA755-4B11-45A7-AE8F-43BA067345BB}" sibTransId="{3664C685-95A7-4B68-A73A-2BC6A19CA064}"/>
    <dgm:cxn modelId="{623AC3D9-658E-4B6D-BDA2-6250732C6EA5}" type="presOf" srcId="{641E3423-3BF5-42A8-AB90-6FC92C5FA055}" destId="{7A023FAE-5FB0-4B15-809B-6CA3DDAFF661}" srcOrd="0" destOrd="0" presId="urn:microsoft.com/office/officeart/2018/2/layout/IconVerticalSolidList"/>
    <dgm:cxn modelId="{920B9CF4-512D-4C66-933A-9C5D37F93474}" srcId="{4BFC306F-02E6-4346-8E7C-C6F20A019D09}" destId="{64C16F4A-71D3-40E1-B4D2-8C7F20FF9BAB}" srcOrd="3" destOrd="0" parTransId="{C8B8BC7A-8D08-4D40-B527-F750CB238D8E}" sibTransId="{6A9A2333-DAD9-4418-9F73-1702225B7522}"/>
    <dgm:cxn modelId="{D6A5666E-85BB-4B13-AF9E-EA3BD06ACE88}" type="presParOf" srcId="{5F4EB16B-7D60-4013-B1D0-E2DB72C1D75C}" destId="{BC5B77D5-137E-4998-AA9C-07B3CDEB4F2B}" srcOrd="0" destOrd="0" presId="urn:microsoft.com/office/officeart/2018/2/layout/IconVerticalSolidList"/>
    <dgm:cxn modelId="{63465741-87D4-400B-BFB5-2FCF306BDA61}" type="presParOf" srcId="{BC5B77D5-137E-4998-AA9C-07B3CDEB4F2B}" destId="{35A64877-EBBC-4282-95C8-B45EEB0E4019}" srcOrd="0" destOrd="0" presId="urn:microsoft.com/office/officeart/2018/2/layout/IconVerticalSolidList"/>
    <dgm:cxn modelId="{3BFC1E6C-11F8-45B8-8F9B-43D8DF6300FE}" type="presParOf" srcId="{BC5B77D5-137E-4998-AA9C-07B3CDEB4F2B}" destId="{075FDC77-B013-49AB-A126-8AB9A77DC466}" srcOrd="1" destOrd="0" presId="urn:microsoft.com/office/officeart/2018/2/layout/IconVerticalSolidList"/>
    <dgm:cxn modelId="{2EC625A2-CD87-4863-B238-6EC95412ECD3}" type="presParOf" srcId="{BC5B77D5-137E-4998-AA9C-07B3CDEB4F2B}" destId="{CCA2BC9A-6198-4F1F-8067-826B8E4CBC5D}" srcOrd="2" destOrd="0" presId="urn:microsoft.com/office/officeart/2018/2/layout/IconVerticalSolidList"/>
    <dgm:cxn modelId="{35B69EF0-FACB-4BBB-97F6-251D94DA2DF2}" type="presParOf" srcId="{BC5B77D5-137E-4998-AA9C-07B3CDEB4F2B}" destId="{7A41FA19-9D14-4E4D-A92A-0C4CEEA1B917}" srcOrd="3" destOrd="0" presId="urn:microsoft.com/office/officeart/2018/2/layout/IconVerticalSolidList"/>
    <dgm:cxn modelId="{5F0F147C-7913-47A0-9558-F375AE7C7756}" type="presParOf" srcId="{5F4EB16B-7D60-4013-B1D0-E2DB72C1D75C}" destId="{0F148595-2E68-4CFD-BA43-99798A6DB276}" srcOrd="1" destOrd="0" presId="urn:microsoft.com/office/officeart/2018/2/layout/IconVerticalSolidList"/>
    <dgm:cxn modelId="{727560B6-5614-470A-BCBB-40B028E335F5}" type="presParOf" srcId="{5F4EB16B-7D60-4013-B1D0-E2DB72C1D75C}" destId="{4A8D55AB-4110-4FD5-948B-D282D31E933E}" srcOrd="2" destOrd="0" presId="urn:microsoft.com/office/officeart/2018/2/layout/IconVerticalSolidList"/>
    <dgm:cxn modelId="{3DBE83D7-B156-424C-8CD3-F198A7CEF174}" type="presParOf" srcId="{4A8D55AB-4110-4FD5-948B-D282D31E933E}" destId="{B7936156-FAA6-463C-B718-1504192D804B}" srcOrd="0" destOrd="0" presId="urn:microsoft.com/office/officeart/2018/2/layout/IconVerticalSolidList"/>
    <dgm:cxn modelId="{5F238B5F-2C17-4F62-9ABF-B1C44A11B892}" type="presParOf" srcId="{4A8D55AB-4110-4FD5-948B-D282D31E933E}" destId="{1D9D7592-71DB-4261-AFA1-39CAD503FBAD}" srcOrd="1" destOrd="0" presId="urn:microsoft.com/office/officeart/2018/2/layout/IconVerticalSolidList"/>
    <dgm:cxn modelId="{D961F7A0-894D-4758-B3E8-76B728FDF709}" type="presParOf" srcId="{4A8D55AB-4110-4FD5-948B-D282D31E933E}" destId="{1A77B298-5CCE-4899-840B-CE57F10E25F1}" srcOrd="2" destOrd="0" presId="urn:microsoft.com/office/officeart/2018/2/layout/IconVerticalSolidList"/>
    <dgm:cxn modelId="{7BB81BEF-6912-4043-A84E-10A80C09201A}" type="presParOf" srcId="{4A8D55AB-4110-4FD5-948B-D282D31E933E}" destId="{7A023FAE-5FB0-4B15-809B-6CA3DDAFF661}" srcOrd="3" destOrd="0" presId="urn:microsoft.com/office/officeart/2018/2/layout/IconVerticalSolidList"/>
    <dgm:cxn modelId="{7C60B79E-27C7-44C4-B251-365FED725993}" type="presParOf" srcId="{5F4EB16B-7D60-4013-B1D0-E2DB72C1D75C}" destId="{93F75A69-B28B-4D7A-BCF0-ED61C4D86A60}" srcOrd="3" destOrd="0" presId="urn:microsoft.com/office/officeart/2018/2/layout/IconVerticalSolidList"/>
    <dgm:cxn modelId="{133D44C9-6F64-4CDB-A8C2-89627AC19CAD}" type="presParOf" srcId="{5F4EB16B-7D60-4013-B1D0-E2DB72C1D75C}" destId="{91803843-7B14-4B98-9FCC-9E95358ADB0C}" srcOrd="4" destOrd="0" presId="urn:microsoft.com/office/officeart/2018/2/layout/IconVerticalSolidList"/>
    <dgm:cxn modelId="{0130A0BA-39A4-4121-A341-85BC6491A9EE}" type="presParOf" srcId="{91803843-7B14-4B98-9FCC-9E95358ADB0C}" destId="{2A10BA87-52E0-408E-B7E2-9EE53DDF255D}" srcOrd="0" destOrd="0" presId="urn:microsoft.com/office/officeart/2018/2/layout/IconVerticalSolidList"/>
    <dgm:cxn modelId="{D2C5F449-50D5-48C5-94C5-AE0EC3797FAC}" type="presParOf" srcId="{91803843-7B14-4B98-9FCC-9E95358ADB0C}" destId="{9B1822C9-E1F4-48FA-BD77-915D7E70E3EA}" srcOrd="1" destOrd="0" presId="urn:microsoft.com/office/officeart/2018/2/layout/IconVerticalSolidList"/>
    <dgm:cxn modelId="{288745E5-37E8-4660-A93E-EE44D8BC9F72}" type="presParOf" srcId="{91803843-7B14-4B98-9FCC-9E95358ADB0C}" destId="{F97FE5EF-086B-4104-84C2-718968E6B5B2}" srcOrd="2" destOrd="0" presId="urn:microsoft.com/office/officeart/2018/2/layout/IconVerticalSolidList"/>
    <dgm:cxn modelId="{6431BA6B-F5A0-4FC5-9AE2-7ECFFE128410}" type="presParOf" srcId="{91803843-7B14-4B98-9FCC-9E95358ADB0C}" destId="{B94853B8-316E-480B-AAC2-E567A1C6FE12}" srcOrd="3" destOrd="0" presId="urn:microsoft.com/office/officeart/2018/2/layout/IconVerticalSolidList"/>
    <dgm:cxn modelId="{2697E77A-292C-47C1-A6DF-650A7C568644}" type="presParOf" srcId="{5F4EB16B-7D60-4013-B1D0-E2DB72C1D75C}" destId="{3CBF3C61-D765-47BE-A05C-CB0B240ABC57}" srcOrd="5" destOrd="0" presId="urn:microsoft.com/office/officeart/2018/2/layout/IconVerticalSolidList"/>
    <dgm:cxn modelId="{0709015D-212F-4068-B592-625EF4E34F1E}" type="presParOf" srcId="{5F4EB16B-7D60-4013-B1D0-E2DB72C1D75C}" destId="{8825BF3A-26A1-4B7F-AAD0-CE1B7F6BC1B1}" srcOrd="6" destOrd="0" presId="urn:microsoft.com/office/officeart/2018/2/layout/IconVerticalSolidList"/>
    <dgm:cxn modelId="{674E7E33-F221-453B-AA40-E28D71F9BD8A}" type="presParOf" srcId="{8825BF3A-26A1-4B7F-AAD0-CE1B7F6BC1B1}" destId="{CCA0FF8C-95A4-4906-B9D2-612B15795692}" srcOrd="0" destOrd="0" presId="urn:microsoft.com/office/officeart/2018/2/layout/IconVerticalSolidList"/>
    <dgm:cxn modelId="{4BD6BF42-23DE-4371-8A52-875B7C4196C4}" type="presParOf" srcId="{8825BF3A-26A1-4B7F-AAD0-CE1B7F6BC1B1}" destId="{6D210614-155E-4639-A678-02404D4604E4}" srcOrd="1" destOrd="0" presId="urn:microsoft.com/office/officeart/2018/2/layout/IconVerticalSolidList"/>
    <dgm:cxn modelId="{04B46AE8-C2F0-4E07-949C-43366A8F2D9D}" type="presParOf" srcId="{8825BF3A-26A1-4B7F-AAD0-CE1B7F6BC1B1}" destId="{F2878DC4-A909-4713-8F8F-CDDA8008A135}" srcOrd="2" destOrd="0" presId="urn:microsoft.com/office/officeart/2018/2/layout/IconVerticalSolidList"/>
    <dgm:cxn modelId="{597127CB-D986-452B-9A56-E1986965C604}" type="presParOf" srcId="{8825BF3A-26A1-4B7F-AAD0-CE1B7F6BC1B1}" destId="{0A5D9F0C-70FD-4226-A4C2-5EE9CDB4BA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0BD89A-A94C-44E8-B7DA-32A3EA8D1A1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1872645-9001-4103-B641-F78B8C146991}">
      <dgm:prSet/>
      <dgm:spPr/>
      <dgm:t>
        <a:bodyPr/>
        <a:lstStyle/>
        <a:p>
          <a:r>
            <a:rPr lang="en-GB" noProof="0" dirty="0"/>
            <a:t>Functional prototype demonstrating smart video monitoring.</a:t>
          </a:r>
        </a:p>
      </dgm:t>
    </dgm:pt>
    <dgm:pt modelId="{4DAE72D5-0041-4950-8834-F59A5A25A4CA}" type="parTrans" cxnId="{A3395183-FBE6-4469-9FA0-34EAB6D12BFE}">
      <dgm:prSet/>
      <dgm:spPr/>
      <dgm:t>
        <a:bodyPr/>
        <a:lstStyle/>
        <a:p>
          <a:endParaRPr lang="en-US"/>
        </a:p>
      </dgm:t>
    </dgm:pt>
    <dgm:pt modelId="{5587EFB2-37A8-4854-9C1F-BCB885B98D36}" type="sibTrans" cxnId="{A3395183-FBE6-4469-9FA0-34EAB6D12BFE}">
      <dgm:prSet/>
      <dgm:spPr/>
      <dgm:t>
        <a:bodyPr/>
        <a:lstStyle/>
        <a:p>
          <a:endParaRPr lang="en-US"/>
        </a:p>
      </dgm:t>
    </dgm:pt>
    <dgm:pt modelId="{CD1DB594-E0F6-40D2-BF84-3D52D955011A}">
      <dgm:prSet/>
      <dgm:spPr/>
      <dgm:t>
        <a:bodyPr/>
        <a:lstStyle/>
        <a:p>
          <a:r>
            <a:rPr lang="en-GB" noProof="0" dirty="0"/>
            <a:t>Insights into daily activity patterns and sedentary behaviour.</a:t>
          </a:r>
        </a:p>
      </dgm:t>
    </dgm:pt>
    <dgm:pt modelId="{4BB3FD53-8B9C-41EA-82B8-6D325D553AF0}" type="parTrans" cxnId="{24F14A78-CB2A-4CC0-A2CD-980612758EF2}">
      <dgm:prSet/>
      <dgm:spPr/>
      <dgm:t>
        <a:bodyPr/>
        <a:lstStyle/>
        <a:p>
          <a:endParaRPr lang="en-US"/>
        </a:p>
      </dgm:t>
    </dgm:pt>
    <dgm:pt modelId="{B90F8909-30E4-4055-846E-1A4E225647BA}" type="sibTrans" cxnId="{24F14A78-CB2A-4CC0-A2CD-980612758EF2}">
      <dgm:prSet/>
      <dgm:spPr/>
      <dgm:t>
        <a:bodyPr/>
        <a:lstStyle/>
        <a:p>
          <a:endParaRPr lang="en-US"/>
        </a:p>
      </dgm:t>
    </dgm:pt>
    <dgm:pt modelId="{7F360EA5-1BF8-4D63-8EFE-0F376C6F49C0}">
      <dgm:prSet/>
      <dgm:spPr/>
      <dgm:t>
        <a:bodyPr/>
        <a:lstStyle/>
        <a:p>
          <a:r>
            <a:rPr lang="en-GB" noProof="0" dirty="0"/>
            <a:t>Practical applications in elderly care and rehabilitation.</a:t>
          </a:r>
        </a:p>
      </dgm:t>
    </dgm:pt>
    <dgm:pt modelId="{43F5763B-EEF1-4A31-A004-92CE35BAE26F}" type="parTrans" cxnId="{28DF4467-676D-4D7D-8422-58C720A997FC}">
      <dgm:prSet/>
      <dgm:spPr/>
      <dgm:t>
        <a:bodyPr/>
        <a:lstStyle/>
        <a:p>
          <a:endParaRPr lang="en-US"/>
        </a:p>
      </dgm:t>
    </dgm:pt>
    <dgm:pt modelId="{27320170-9299-4EC6-B7D5-6FCA3DF2C1C7}" type="sibTrans" cxnId="{28DF4467-676D-4D7D-8422-58C720A997FC}">
      <dgm:prSet/>
      <dgm:spPr/>
      <dgm:t>
        <a:bodyPr/>
        <a:lstStyle/>
        <a:p>
          <a:endParaRPr lang="en-US"/>
        </a:p>
      </dgm:t>
    </dgm:pt>
    <dgm:pt modelId="{E346D136-8D9A-46A9-A21D-C2DA9310914B}">
      <dgm:prSet/>
      <dgm:spPr/>
      <dgm:t>
        <a:bodyPr/>
        <a:lstStyle/>
        <a:p>
          <a:r>
            <a:rPr lang="en-GB" noProof="0" dirty="0"/>
            <a:t>Foundation for future multi-sensor integration and health analytics.</a:t>
          </a:r>
        </a:p>
      </dgm:t>
    </dgm:pt>
    <dgm:pt modelId="{563600A0-3CE0-423C-910A-76168CAD4855}" type="parTrans" cxnId="{19A57D4E-B96B-46BE-82FD-7ECCF9854689}">
      <dgm:prSet/>
      <dgm:spPr/>
      <dgm:t>
        <a:bodyPr/>
        <a:lstStyle/>
        <a:p>
          <a:endParaRPr lang="en-US"/>
        </a:p>
      </dgm:t>
    </dgm:pt>
    <dgm:pt modelId="{AB5CDFC7-8B10-4890-8876-3082CA95DF22}" type="sibTrans" cxnId="{19A57D4E-B96B-46BE-82FD-7ECCF9854689}">
      <dgm:prSet/>
      <dgm:spPr/>
      <dgm:t>
        <a:bodyPr/>
        <a:lstStyle/>
        <a:p>
          <a:endParaRPr lang="en-US"/>
        </a:p>
      </dgm:t>
    </dgm:pt>
    <dgm:pt modelId="{8F5BBA58-C9A0-44D5-B5D9-17AB2D456EAB}" type="pres">
      <dgm:prSet presAssocID="{760BD89A-A94C-44E8-B7DA-32A3EA8D1A14}" presName="linear" presStyleCnt="0">
        <dgm:presLayoutVars>
          <dgm:animLvl val="lvl"/>
          <dgm:resizeHandles val="exact"/>
        </dgm:presLayoutVars>
      </dgm:prSet>
      <dgm:spPr/>
    </dgm:pt>
    <dgm:pt modelId="{D1DECD54-D91D-40DA-B99D-83D2C02D7CD8}" type="pres">
      <dgm:prSet presAssocID="{A1872645-9001-4103-B641-F78B8C14699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D9770A0-1706-4C91-B904-A4C3956239B0}" type="pres">
      <dgm:prSet presAssocID="{5587EFB2-37A8-4854-9C1F-BCB885B98D36}" presName="spacer" presStyleCnt="0"/>
      <dgm:spPr/>
    </dgm:pt>
    <dgm:pt modelId="{DA1B1D83-3BCB-4876-A449-2846C02C3F07}" type="pres">
      <dgm:prSet presAssocID="{CD1DB594-E0F6-40D2-BF84-3D52D955011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3E40E95-1BD1-4FEC-8FE8-B9C91628DADE}" type="pres">
      <dgm:prSet presAssocID="{B90F8909-30E4-4055-846E-1A4E225647BA}" presName="spacer" presStyleCnt="0"/>
      <dgm:spPr/>
    </dgm:pt>
    <dgm:pt modelId="{59C4F6E0-F9D5-43D3-BBFA-6EA294DC4765}" type="pres">
      <dgm:prSet presAssocID="{7F360EA5-1BF8-4D63-8EFE-0F376C6F49C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396072D-97E8-4A7F-A550-658DAF16AE7C}" type="pres">
      <dgm:prSet presAssocID="{27320170-9299-4EC6-B7D5-6FCA3DF2C1C7}" presName="spacer" presStyleCnt="0"/>
      <dgm:spPr/>
    </dgm:pt>
    <dgm:pt modelId="{89819482-E1CD-4CD8-843A-06EB46A0F9B8}" type="pres">
      <dgm:prSet presAssocID="{E346D136-8D9A-46A9-A21D-C2DA9310914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FEEE125-1D8C-4188-AA15-8511A9B40258}" type="presOf" srcId="{A1872645-9001-4103-B641-F78B8C146991}" destId="{D1DECD54-D91D-40DA-B99D-83D2C02D7CD8}" srcOrd="0" destOrd="0" presId="urn:microsoft.com/office/officeart/2005/8/layout/vList2"/>
    <dgm:cxn modelId="{A427F136-823C-4368-AA4C-EC06E2543EDA}" type="presOf" srcId="{E346D136-8D9A-46A9-A21D-C2DA9310914B}" destId="{89819482-E1CD-4CD8-843A-06EB46A0F9B8}" srcOrd="0" destOrd="0" presId="urn:microsoft.com/office/officeart/2005/8/layout/vList2"/>
    <dgm:cxn modelId="{28DF4467-676D-4D7D-8422-58C720A997FC}" srcId="{760BD89A-A94C-44E8-B7DA-32A3EA8D1A14}" destId="{7F360EA5-1BF8-4D63-8EFE-0F376C6F49C0}" srcOrd="2" destOrd="0" parTransId="{43F5763B-EEF1-4A31-A004-92CE35BAE26F}" sibTransId="{27320170-9299-4EC6-B7D5-6FCA3DF2C1C7}"/>
    <dgm:cxn modelId="{19A57D4E-B96B-46BE-82FD-7ECCF9854689}" srcId="{760BD89A-A94C-44E8-B7DA-32A3EA8D1A14}" destId="{E346D136-8D9A-46A9-A21D-C2DA9310914B}" srcOrd="3" destOrd="0" parTransId="{563600A0-3CE0-423C-910A-76168CAD4855}" sibTransId="{AB5CDFC7-8B10-4890-8876-3082CA95DF22}"/>
    <dgm:cxn modelId="{24F14A78-CB2A-4CC0-A2CD-980612758EF2}" srcId="{760BD89A-A94C-44E8-B7DA-32A3EA8D1A14}" destId="{CD1DB594-E0F6-40D2-BF84-3D52D955011A}" srcOrd="1" destOrd="0" parTransId="{4BB3FD53-8B9C-41EA-82B8-6D325D553AF0}" sibTransId="{B90F8909-30E4-4055-846E-1A4E225647BA}"/>
    <dgm:cxn modelId="{A3395183-FBE6-4469-9FA0-34EAB6D12BFE}" srcId="{760BD89A-A94C-44E8-B7DA-32A3EA8D1A14}" destId="{A1872645-9001-4103-B641-F78B8C146991}" srcOrd="0" destOrd="0" parTransId="{4DAE72D5-0041-4950-8834-F59A5A25A4CA}" sibTransId="{5587EFB2-37A8-4854-9C1F-BCB885B98D36}"/>
    <dgm:cxn modelId="{6D4CB593-D8BA-48D7-B443-EEA79AEB7E80}" type="presOf" srcId="{CD1DB594-E0F6-40D2-BF84-3D52D955011A}" destId="{DA1B1D83-3BCB-4876-A449-2846C02C3F07}" srcOrd="0" destOrd="0" presId="urn:microsoft.com/office/officeart/2005/8/layout/vList2"/>
    <dgm:cxn modelId="{A8DDF19D-3F1A-4D39-A16A-A58AE9AD54DB}" type="presOf" srcId="{7F360EA5-1BF8-4D63-8EFE-0F376C6F49C0}" destId="{59C4F6E0-F9D5-43D3-BBFA-6EA294DC4765}" srcOrd="0" destOrd="0" presId="urn:microsoft.com/office/officeart/2005/8/layout/vList2"/>
    <dgm:cxn modelId="{A2C725F2-6266-4DCF-BC55-0B714F4622F5}" type="presOf" srcId="{760BD89A-A94C-44E8-B7DA-32A3EA8D1A14}" destId="{8F5BBA58-C9A0-44D5-B5D9-17AB2D456EAB}" srcOrd="0" destOrd="0" presId="urn:microsoft.com/office/officeart/2005/8/layout/vList2"/>
    <dgm:cxn modelId="{3E6DF1D9-77E5-4100-8B82-1BAACBC5401F}" type="presParOf" srcId="{8F5BBA58-C9A0-44D5-B5D9-17AB2D456EAB}" destId="{D1DECD54-D91D-40DA-B99D-83D2C02D7CD8}" srcOrd="0" destOrd="0" presId="urn:microsoft.com/office/officeart/2005/8/layout/vList2"/>
    <dgm:cxn modelId="{45C2E702-9ACA-4369-A6FB-5FC7BB4078A3}" type="presParOf" srcId="{8F5BBA58-C9A0-44D5-B5D9-17AB2D456EAB}" destId="{0D9770A0-1706-4C91-B904-A4C3956239B0}" srcOrd="1" destOrd="0" presId="urn:microsoft.com/office/officeart/2005/8/layout/vList2"/>
    <dgm:cxn modelId="{1D25AA26-9440-49BC-ADA7-2E3B784A78CA}" type="presParOf" srcId="{8F5BBA58-C9A0-44D5-B5D9-17AB2D456EAB}" destId="{DA1B1D83-3BCB-4876-A449-2846C02C3F07}" srcOrd="2" destOrd="0" presId="urn:microsoft.com/office/officeart/2005/8/layout/vList2"/>
    <dgm:cxn modelId="{5AA711D9-F283-448D-8658-F420FC68BB75}" type="presParOf" srcId="{8F5BBA58-C9A0-44D5-B5D9-17AB2D456EAB}" destId="{D3E40E95-1BD1-4FEC-8FE8-B9C91628DADE}" srcOrd="3" destOrd="0" presId="urn:microsoft.com/office/officeart/2005/8/layout/vList2"/>
    <dgm:cxn modelId="{E68DB656-21A8-4492-99D2-315C6AB77E60}" type="presParOf" srcId="{8F5BBA58-C9A0-44D5-B5D9-17AB2D456EAB}" destId="{59C4F6E0-F9D5-43D3-BBFA-6EA294DC4765}" srcOrd="4" destOrd="0" presId="urn:microsoft.com/office/officeart/2005/8/layout/vList2"/>
    <dgm:cxn modelId="{209C83F2-C413-4280-B357-F5C97A9DE03B}" type="presParOf" srcId="{8F5BBA58-C9A0-44D5-B5D9-17AB2D456EAB}" destId="{3396072D-97E8-4A7F-A550-658DAF16AE7C}" srcOrd="5" destOrd="0" presId="urn:microsoft.com/office/officeart/2005/8/layout/vList2"/>
    <dgm:cxn modelId="{04B48497-FD82-4C77-9A8F-0A0FC0480ED1}" type="presParOf" srcId="{8F5BBA58-C9A0-44D5-B5D9-17AB2D456EAB}" destId="{89819482-E1CD-4CD8-843A-06EB46A0F9B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BA441-A7E1-4999-BBFD-8D16B284FEA1}">
      <dsp:nvSpPr>
        <dsp:cNvPr id="0" name=""/>
        <dsp:cNvSpPr/>
      </dsp:nvSpPr>
      <dsp:spPr>
        <a:xfrm>
          <a:off x="561872" y="788277"/>
          <a:ext cx="1445889" cy="14458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62D06B-80C5-43AA-B738-23E687D829D1}">
      <dsp:nvSpPr>
        <dsp:cNvPr id="0" name=""/>
        <dsp:cNvSpPr/>
      </dsp:nvSpPr>
      <dsp:spPr>
        <a:xfrm>
          <a:off x="870013" y="1096418"/>
          <a:ext cx="829609" cy="8296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5106D-23F9-454E-B7C4-1223460E1184}">
      <dsp:nvSpPr>
        <dsp:cNvPr id="0" name=""/>
        <dsp:cNvSpPr/>
      </dsp:nvSpPr>
      <dsp:spPr>
        <a:xfrm>
          <a:off x="99661" y="26845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 noProof="0" dirty="0"/>
            <a:t>Growing need for non-intrusive health monitoring systems.</a:t>
          </a:r>
        </a:p>
      </dsp:txBody>
      <dsp:txXfrm>
        <a:off x="99661" y="2684527"/>
        <a:ext cx="2370311" cy="720000"/>
      </dsp:txXfrm>
    </dsp:sp>
    <dsp:sp modelId="{F99418B0-8D70-4929-859A-A577FD460BF3}">
      <dsp:nvSpPr>
        <dsp:cNvPr id="0" name=""/>
        <dsp:cNvSpPr/>
      </dsp:nvSpPr>
      <dsp:spPr>
        <a:xfrm>
          <a:off x="3346988" y="788277"/>
          <a:ext cx="1445889" cy="144588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EB8A8F-04F4-40F7-ABE0-CBBC8F2FCAB5}">
      <dsp:nvSpPr>
        <dsp:cNvPr id="0" name=""/>
        <dsp:cNvSpPr/>
      </dsp:nvSpPr>
      <dsp:spPr>
        <a:xfrm>
          <a:off x="3655129" y="1096418"/>
          <a:ext cx="829609" cy="8296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74123-8489-4CDF-9219-33079AA5D812}">
      <dsp:nvSpPr>
        <dsp:cNvPr id="0" name=""/>
        <dsp:cNvSpPr/>
      </dsp:nvSpPr>
      <dsp:spPr>
        <a:xfrm>
          <a:off x="2884777" y="26845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 noProof="0" dirty="0"/>
            <a:t>Video-based activity tracking offers valuable behavioural insights.</a:t>
          </a:r>
        </a:p>
      </dsp:txBody>
      <dsp:txXfrm>
        <a:off x="2884777" y="2684527"/>
        <a:ext cx="2370311" cy="720000"/>
      </dsp:txXfrm>
    </dsp:sp>
    <dsp:sp modelId="{B5AF9801-278C-45C5-AF34-08C5255FF8E3}">
      <dsp:nvSpPr>
        <dsp:cNvPr id="0" name=""/>
        <dsp:cNvSpPr/>
      </dsp:nvSpPr>
      <dsp:spPr>
        <a:xfrm>
          <a:off x="6132104" y="788277"/>
          <a:ext cx="1445889" cy="14458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E4C13D-ABC7-46DA-9203-B98B6BC5DFD5}">
      <dsp:nvSpPr>
        <dsp:cNvPr id="0" name=""/>
        <dsp:cNvSpPr/>
      </dsp:nvSpPr>
      <dsp:spPr>
        <a:xfrm>
          <a:off x="6440244" y="1096418"/>
          <a:ext cx="829609" cy="8296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66B7C-DFD3-404F-BDA9-37E0757CED49}">
      <dsp:nvSpPr>
        <dsp:cNvPr id="0" name=""/>
        <dsp:cNvSpPr/>
      </dsp:nvSpPr>
      <dsp:spPr>
        <a:xfrm>
          <a:off x="5669893" y="26845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 noProof="0" dirty="0"/>
            <a:t>Goal: Recognise activities such as walking, sitting, standing, and falling.</a:t>
          </a:r>
        </a:p>
      </dsp:txBody>
      <dsp:txXfrm>
        <a:off x="5669893" y="2684527"/>
        <a:ext cx="2370311" cy="720000"/>
      </dsp:txXfrm>
    </dsp:sp>
    <dsp:sp modelId="{74FA0F64-A3FE-4B57-8A98-8F057EB35FEC}">
      <dsp:nvSpPr>
        <dsp:cNvPr id="0" name=""/>
        <dsp:cNvSpPr/>
      </dsp:nvSpPr>
      <dsp:spPr>
        <a:xfrm>
          <a:off x="8917220" y="788277"/>
          <a:ext cx="1445889" cy="144588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FED444-E217-49E3-8A98-54AF436D19B1}">
      <dsp:nvSpPr>
        <dsp:cNvPr id="0" name=""/>
        <dsp:cNvSpPr/>
      </dsp:nvSpPr>
      <dsp:spPr>
        <a:xfrm>
          <a:off x="9225360" y="1096418"/>
          <a:ext cx="829609" cy="8296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6CDBB-95D3-4F44-A516-63F752B4FEB4}">
      <dsp:nvSpPr>
        <dsp:cNvPr id="0" name=""/>
        <dsp:cNvSpPr/>
      </dsp:nvSpPr>
      <dsp:spPr>
        <a:xfrm>
          <a:off x="8455009" y="2684527"/>
          <a:ext cx="23703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400" kern="1200" noProof="0" dirty="0"/>
            <a:t>Enable carers and doctors to monitor wellbeing and detect risks early.</a:t>
          </a:r>
        </a:p>
      </dsp:txBody>
      <dsp:txXfrm>
        <a:off x="8455009" y="2684527"/>
        <a:ext cx="2370311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A64877-EBBC-4282-95C8-B45EEB0E4019}">
      <dsp:nvSpPr>
        <dsp:cNvPr id="0" name=""/>
        <dsp:cNvSpPr/>
      </dsp:nvSpPr>
      <dsp:spPr>
        <a:xfrm>
          <a:off x="0" y="2288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5FDC77-B013-49AB-A126-8AB9A77DC466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1FA19-9D14-4E4D-A92A-0C4CEEA1B917}">
      <dsp:nvSpPr>
        <dsp:cNvPr id="0" name=""/>
        <dsp:cNvSpPr/>
      </dsp:nvSpPr>
      <dsp:spPr>
        <a:xfrm>
          <a:off x="1339618" y="2288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Time spent in the house or room.</a:t>
          </a:r>
          <a:endParaRPr lang="en-US" sz="2200" kern="1200"/>
        </a:p>
      </dsp:txBody>
      <dsp:txXfrm>
        <a:off x="1339618" y="2288"/>
        <a:ext cx="5022948" cy="1159843"/>
      </dsp:txXfrm>
    </dsp:sp>
    <dsp:sp modelId="{B7936156-FAA6-463C-B718-1504192D804B}">
      <dsp:nvSpPr>
        <dsp:cNvPr id="0" name=""/>
        <dsp:cNvSpPr/>
      </dsp:nvSpPr>
      <dsp:spPr>
        <a:xfrm>
          <a:off x="0" y="1452092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9D7592-71DB-4261-AFA1-39CAD503FBAD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23FAE-5FB0-4B15-809B-6CA3DDAFF661}">
      <dsp:nvSpPr>
        <dsp:cNvPr id="0" name=""/>
        <dsp:cNvSpPr/>
      </dsp:nvSpPr>
      <dsp:spPr>
        <a:xfrm>
          <a:off x="1339618" y="1452092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When and how long time is spent on each activity</a:t>
          </a:r>
          <a:endParaRPr lang="en-US" sz="2200" kern="1200"/>
        </a:p>
      </dsp:txBody>
      <dsp:txXfrm>
        <a:off x="1339618" y="1452092"/>
        <a:ext cx="5022948" cy="1159843"/>
      </dsp:txXfrm>
    </dsp:sp>
    <dsp:sp modelId="{2A10BA87-52E0-408E-B7E2-9EE53DDF255D}">
      <dsp:nvSpPr>
        <dsp:cNvPr id="0" name=""/>
        <dsp:cNvSpPr/>
      </dsp:nvSpPr>
      <dsp:spPr>
        <a:xfrm>
          <a:off x="0" y="2901896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822C9-E1F4-48FA-BD77-915D7E70E3EA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853B8-316E-480B-AAC2-E567A1C6FE12}">
      <dsp:nvSpPr>
        <dsp:cNvPr id="0" name=""/>
        <dsp:cNvSpPr/>
      </dsp:nvSpPr>
      <dsp:spPr>
        <a:xfrm>
          <a:off x="1339618" y="2901896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Recognition and categorization of daily habits.</a:t>
          </a:r>
          <a:endParaRPr lang="en-US" sz="2200" kern="1200"/>
        </a:p>
      </dsp:txBody>
      <dsp:txXfrm>
        <a:off x="1339618" y="2901896"/>
        <a:ext cx="5022948" cy="1159843"/>
      </dsp:txXfrm>
    </dsp:sp>
    <dsp:sp modelId="{CCA0FF8C-95A4-4906-B9D2-612B15795692}">
      <dsp:nvSpPr>
        <dsp:cNvPr id="0" name=""/>
        <dsp:cNvSpPr/>
      </dsp:nvSpPr>
      <dsp:spPr>
        <a:xfrm>
          <a:off x="0" y="4351700"/>
          <a:ext cx="6362567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210614-155E-4639-A678-02404D4604E4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D9F0C-70FD-4226-A4C2-5EE9CDB4BABE}">
      <dsp:nvSpPr>
        <dsp:cNvPr id="0" name=""/>
        <dsp:cNvSpPr/>
      </dsp:nvSpPr>
      <dsp:spPr>
        <a:xfrm>
          <a:off x="1339618" y="4351700"/>
          <a:ext cx="5022948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Quality of life improvement or </a:t>
          </a:r>
          <a:r>
            <a:rPr lang="en-US" sz="2200" kern="1200"/>
            <a:t>deterioration over time. </a:t>
          </a:r>
        </a:p>
      </dsp:txBody>
      <dsp:txXfrm>
        <a:off x="1339618" y="4351700"/>
        <a:ext cx="5022948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DECD54-D91D-40DA-B99D-83D2C02D7CD8}">
      <dsp:nvSpPr>
        <dsp:cNvPr id="0" name=""/>
        <dsp:cNvSpPr/>
      </dsp:nvSpPr>
      <dsp:spPr>
        <a:xfrm>
          <a:off x="0" y="11684"/>
          <a:ext cx="6252094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noProof="0" dirty="0"/>
            <a:t>Functional prototype demonstrating smart video monitoring.</a:t>
          </a:r>
        </a:p>
      </dsp:txBody>
      <dsp:txXfrm>
        <a:off x="58257" y="69941"/>
        <a:ext cx="6135580" cy="1076886"/>
      </dsp:txXfrm>
    </dsp:sp>
    <dsp:sp modelId="{DA1B1D83-3BCB-4876-A449-2846C02C3F07}">
      <dsp:nvSpPr>
        <dsp:cNvPr id="0" name=""/>
        <dsp:cNvSpPr/>
      </dsp:nvSpPr>
      <dsp:spPr>
        <a:xfrm>
          <a:off x="0" y="1291484"/>
          <a:ext cx="6252094" cy="11934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noProof="0" dirty="0"/>
            <a:t>Insights into daily activity patterns and sedentary behaviour.</a:t>
          </a:r>
        </a:p>
      </dsp:txBody>
      <dsp:txXfrm>
        <a:off x="58257" y="1349741"/>
        <a:ext cx="6135580" cy="1076886"/>
      </dsp:txXfrm>
    </dsp:sp>
    <dsp:sp modelId="{59C4F6E0-F9D5-43D3-BBFA-6EA294DC4765}">
      <dsp:nvSpPr>
        <dsp:cNvPr id="0" name=""/>
        <dsp:cNvSpPr/>
      </dsp:nvSpPr>
      <dsp:spPr>
        <a:xfrm>
          <a:off x="0" y="2571284"/>
          <a:ext cx="6252094" cy="11934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noProof="0" dirty="0"/>
            <a:t>Practical applications in elderly care and rehabilitation.</a:t>
          </a:r>
        </a:p>
      </dsp:txBody>
      <dsp:txXfrm>
        <a:off x="58257" y="2629541"/>
        <a:ext cx="6135580" cy="1076886"/>
      </dsp:txXfrm>
    </dsp:sp>
    <dsp:sp modelId="{89819482-E1CD-4CD8-843A-06EB46A0F9B8}">
      <dsp:nvSpPr>
        <dsp:cNvPr id="0" name=""/>
        <dsp:cNvSpPr/>
      </dsp:nvSpPr>
      <dsp:spPr>
        <a:xfrm>
          <a:off x="0" y="3851085"/>
          <a:ext cx="6252094" cy="1193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 noProof="0" dirty="0"/>
            <a:t>Foundation for future multi-sensor integration and health analytics.</a:t>
          </a:r>
        </a:p>
      </dsp:txBody>
      <dsp:txXfrm>
        <a:off x="58257" y="3909342"/>
        <a:ext cx="6135580" cy="1076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397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problem of sedentary behaviour and the importance of non-contact health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describe the physical environment, camera positioning, and computing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each component: camera capture, frame processing, deep learning model, logging detected events, user interface visualisation, and long-term pattern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which activities are detected and how the model could be expanded to more complex behaviours.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Summarise the tangible results, showing practical use cases and possible extensions.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Invite questions and feedback. End with appreciation.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134" y="0"/>
            <a:ext cx="9960556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371" y="0"/>
            <a:ext cx="994608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8EFD6-0AD0-90EB-5DEB-444BE1141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6" y="1999615"/>
            <a:ext cx="9141618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6000"/>
              <a:t>Quality of Life Assessment through Smart Video Monitoring</a:t>
            </a:r>
            <a:endParaRPr lang="en-US" sz="6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56175-4348-D08D-5491-B2EDEE0D7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399" y="5645150"/>
            <a:ext cx="8256026" cy="6318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 dirty="0"/>
              <a:t>Develop a smart video-based system that recognises and tracks human activities to support wellbeing and independent living.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7591" y="5524786"/>
            <a:ext cx="4753642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D82FC-331D-221B-3B51-0522F5F7FC93}"/>
              </a:ext>
            </a:extLst>
          </p:cNvPr>
          <p:cNvSpPr txBox="1"/>
          <p:nvPr/>
        </p:nvSpPr>
        <p:spPr>
          <a:xfrm>
            <a:off x="45720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GB" noProof="0" dirty="0"/>
          </a:p>
          <a:p>
            <a:pPr>
              <a:defRPr sz="1000">
                <a:solidFill>
                  <a:srgbClr val="787878"/>
                </a:solidFill>
              </a:defRPr>
            </a:pPr>
            <a:r>
              <a:rPr lang="en-GB" noProof="0" dirty="0"/>
              <a:t>Raadhesh Kannan, PhD Researcher, University of Plymouth</a:t>
            </a:r>
          </a:p>
        </p:txBody>
      </p:sp>
    </p:spTree>
    <p:extLst>
      <p:ext uri="{BB962C8B-B14F-4D97-AF65-F5344CB8AC3E}">
        <p14:creationId xmlns:p14="http://schemas.microsoft.com/office/powerpoint/2010/main" val="219355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371239" y="348865"/>
            <a:ext cx="1004140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GB" sz="25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GB" sz="25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Motivation &amp;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3244799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 noProof="0" dirty="0"/>
          </a:p>
          <a:p>
            <a:pPr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rPr lang="en-GB" noProof="0" dirty="0"/>
              <a:t>Raadhesh Kannan, PhD Researcher, University of Plymouth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6AD68643-3852-CA12-BF3E-60C1816660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3813423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9242" y="640006"/>
            <a:ext cx="6858000" cy="557798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930" y="395932"/>
            <a:ext cx="6346209" cy="557462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183" y="2819693"/>
            <a:ext cx="2501979" cy="5574628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784" y="853464"/>
            <a:ext cx="6858001" cy="51510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7978" y="1129059"/>
            <a:ext cx="4318303" cy="4317178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826180" y="586855"/>
            <a:ext cx="4228999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GB" sz="40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GB" sz="40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1464" y="649480"/>
            <a:ext cx="4861181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noProof="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sz="2000" noProof="0" dirty="0"/>
              <a:t>Camera: Fixed HD camera positioned in room corner (4×4 m coverage).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sz="2000" noProof="0" dirty="0"/>
              <a:t>Environment: Indoor lab or living-room setting.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sz="2000" noProof="0" dirty="0"/>
              <a:t>Subjects: 1–3 individuals performing daily tasks.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sz="2000" noProof="0" dirty="0"/>
              <a:t>Hardware: PC or Jetson Nano for model inference.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sz="2000" noProof="0" dirty="0"/>
              <a:t>Software: Python, OpenCV, TensorFlow/</a:t>
            </a:r>
            <a:r>
              <a:rPr lang="en-GB" sz="2000" noProof="0" dirty="0" err="1"/>
              <a:t>PyTorch</a:t>
            </a:r>
            <a:r>
              <a:rPr lang="en-GB" sz="2000" noProof="0" dirty="0"/>
              <a:t>, Flask for UI.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sz="2000" noProof="0" dirty="0"/>
              <a:t>Optional: Multi-camera setup for occlusion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3244799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 noProof="0" dirty="0"/>
          </a:p>
          <a:p>
            <a:pPr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rPr lang="en-GB" noProof="0" dirty="0"/>
              <a:t>Raadhesh Kannan, PhD Researcher, University of Plymouth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8666" y="457201"/>
            <a:ext cx="3600794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GB" noProof="0" dirty="0"/>
          </a:p>
          <a:p>
            <a:pPr>
              <a:defRPr sz="3200" b="1"/>
            </a:pPr>
            <a:r>
              <a:rPr lang="en-GB" noProof="0" dirty="0"/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666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  <a:p>
            <a:pPr algn="ctr">
              <a:defRPr sz="1400"/>
            </a:pPr>
            <a:r>
              <a:rPr lang="en-GB" noProof="0" dirty="0"/>
              <a:t>Camera Input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7466" y="228600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58906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  <a:p>
            <a:pPr algn="ctr">
              <a:defRPr sz="1400"/>
            </a:pPr>
            <a:r>
              <a:rPr lang="en-GB" noProof="0" dirty="0"/>
              <a:t>Frame Preprocessing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87706" y="228600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179146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  <a:p>
            <a:pPr algn="ctr">
              <a:defRPr sz="1400"/>
            </a:pPr>
            <a:r>
              <a:rPr lang="en-GB" noProof="0" dirty="0"/>
              <a:t>Activity Recognition</a:t>
            </a:r>
            <a:br>
              <a:rPr lang="en-GB" noProof="0" dirty="0"/>
            </a:br>
            <a:r>
              <a:rPr lang="en-GB" noProof="0" dirty="0"/>
              <a:t>(CNN + LSTM)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07946" y="228600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099386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  <a:p>
            <a:pPr algn="ctr">
              <a:defRPr sz="1400"/>
            </a:pPr>
            <a:r>
              <a:rPr lang="en-GB" noProof="0" dirty="0"/>
              <a:t>Event Logging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28186" y="228600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19626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  <a:p>
            <a:pPr algn="ctr">
              <a:defRPr sz="1400"/>
            </a:pPr>
            <a:r>
              <a:rPr lang="en-GB" noProof="0" dirty="0"/>
              <a:t>User Interface</a:t>
            </a:r>
            <a:br>
              <a:rPr lang="en-GB" noProof="0" dirty="0"/>
            </a:br>
            <a:r>
              <a:rPr lang="en-GB" noProof="0" dirty="0"/>
              <a:t>Display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48426" y="228600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39866" y="18288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  <a:p>
            <a:pPr algn="ctr">
              <a:defRPr sz="1400"/>
            </a:pPr>
            <a:r>
              <a:rPr lang="en-GB" noProof="0" dirty="0"/>
              <a:t>Pattern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GB" noProof="0" dirty="0"/>
          </a:p>
          <a:p>
            <a:pPr>
              <a:defRPr sz="1000">
                <a:solidFill>
                  <a:srgbClr val="787878"/>
                </a:solidFill>
              </a:defRPr>
            </a:pPr>
            <a:r>
              <a:rPr lang="en-GB" noProof="0" dirty="0"/>
              <a:t>Raadhesh Kannan, PhD Researcher, University of Plymouth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5728CF-8473-2C44-1D2F-400E4EE85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460" y="3028847"/>
            <a:ext cx="7303877" cy="33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9242" y="640006"/>
            <a:ext cx="6858000" cy="557798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930" y="395932"/>
            <a:ext cx="6346209" cy="557462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183" y="2819693"/>
            <a:ext cx="2501979" cy="5574628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784" y="853464"/>
            <a:ext cx="6858001" cy="515107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7978" y="1129059"/>
            <a:ext cx="4318303" cy="4317178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826180" y="586855"/>
            <a:ext cx="4228999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GB" sz="4000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GB" sz="40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Recognised Activities &amp;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1464" y="649480"/>
            <a:ext cx="4861181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noProof="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sz="2000" noProof="0" dirty="0"/>
              <a:t>Basic Activities: Walking, Sitting, Standing, Falling.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sz="2000" noProof="0" dirty="0"/>
              <a:t>Extended: Lying down, Reaching, Bending, Picking up objects.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sz="2000" noProof="0" dirty="0"/>
              <a:t>Advanced (optional): Walking speed, Posture analysis, Multi-person tracking.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endParaRPr lang="en-GB" sz="2000" noProof="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323232"/>
                </a:solidFill>
              </a:defRPr>
            </a:pPr>
            <a:r>
              <a:rPr lang="en-GB" sz="2000" noProof="0" dirty="0"/>
              <a:t>These extensions increase the system’s capability for detailed behavioural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3244799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 noProof="0" dirty="0"/>
          </a:p>
          <a:p>
            <a:pPr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rPr lang="en-GB" noProof="0" dirty="0"/>
              <a:t>Raadhesh Kannan, PhD Researcher, University of Plymouth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7633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10225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AFE5BE-F52B-9EF4-6059-0CCC1AE51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30" y="1161288"/>
            <a:ext cx="3601797" cy="4526280"/>
          </a:xfrm>
        </p:spPr>
        <p:txBody>
          <a:bodyPr>
            <a:normAutofit/>
          </a:bodyPr>
          <a:lstStyle/>
          <a:p>
            <a:r>
              <a:rPr lang="en-GB" sz="4000" noProof="0"/>
              <a:t>Analysis of observed activities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798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52F6DC-D7D0-D093-1878-F8B99358EA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323264"/>
              </p:ext>
            </p:extLst>
          </p:nvPr>
        </p:nvGraphicFramePr>
        <p:xfrm>
          <a:off x="5302138" y="676656"/>
          <a:ext cx="6362567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5870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" y="0"/>
            <a:ext cx="12185778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278" y="774970"/>
            <a:ext cx="304800" cy="429656"/>
            <a:chOff x="215328" y="-46937"/>
            <a:chExt cx="304800" cy="277384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12045592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5064" y="1042698"/>
            <a:ext cx="2796461" cy="71106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6606" y="317578"/>
            <a:ext cx="548497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6094408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5030" y="5940559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630771" y="495992"/>
            <a:ext cx="4194048" cy="56388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GB" sz="4800" kern="1200" noProof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GB" sz="48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Expected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3244799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endParaRPr lang="en-GB" noProof="0" dirty="0"/>
          </a:p>
          <a:p>
            <a:pPr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rPr lang="en-GB" noProof="0" dirty="0"/>
              <a:t>Raadhesh Kannan, PhD Researcher, University of Plymouth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2C9F2067-63C2-0392-E37D-4C40D96086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4362980"/>
              </p:ext>
            </p:extLst>
          </p:nvPr>
        </p:nvGraphicFramePr>
        <p:xfrm>
          <a:off x="4914666" y="866585"/>
          <a:ext cx="6252094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00" y="2743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GB" noProof="0" dirty="0"/>
          </a:p>
          <a:p>
            <a:pPr algn="ctr">
              <a:defRPr sz="4000" b="1"/>
            </a:pPr>
            <a:r>
              <a:rPr lang="en-GB" noProof="0" dirty="0"/>
              <a:t>Thank You /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GB" noProof="0" dirty="0"/>
          </a:p>
          <a:p>
            <a:pPr>
              <a:defRPr sz="1000">
                <a:solidFill>
                  <a:srgbClr val="787878"/>
                </a:solidFill>
              </a:defRPr>
            </a:pPr>
            <a:r>
              <a:rPr lang="en-GB" noProof="0" dirty="0"/>
              <a:t>Raadhesh Kannan, PhD Researcher, University of Plymouth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442</Words>
  <Application>Microsoft Office PowerPoint</Application>
  <PresentationFormat>Custom</PresentationFormat>
  <Paragraphs>72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Quality of Life Assessment through Smart Video Monitoring</vt:lpstr>
      <vt:lpstr>PowerPoint Presentation</vt:lpstr>
      <vt:lpstr>PowerPoint Presentation</vt:lpstr>
      <vt:lpstr>PowerPoint Presentation</vt:lpstr>
      <vt:lpstr>PowerPoint Presentation</vt:lpstr>
      <vt:lpstr>Analysis of observed activities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Raadhesh Kannan</cp:lastModifiedBy>
  <cp:revision>2</cp:revision>
  <dcterms:created xsi:type="dcterms:W3CDTF">2013-01-27T09:14:16Z</dcterms:created>
  <dcterms:modified xsi:type="dcterms:W3CDTF">2025-10-15T09:27:13Z</dcterms:modified>
  <cp:category/>
</cp:coreProperties>
</file>